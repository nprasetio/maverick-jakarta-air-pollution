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8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INDONESIA  ·  DATA ANALYST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8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Intelligence Report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371600" cy="36576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40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4,113-article media wave to a launch strategy: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where, and how the client should make its first move.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Submitted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Novindra Prasetio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    ·    novindrap@gmail.com    ·  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kalimat untuk pengambil keputusan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0756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Polusi udara Jakarta kini bukan lagi sekadar perdebatan regulasi — telah berevolusi menjadi krisis kesehatan berbasis lifestyle yang direspons sebagai ancaman personal.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862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 Reality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1729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kepanikan Agustus yang mendominasi 68,5% publikasi setahun telah runtuh tajam — November tersisa hanya 19 artikel.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59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2702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launch sekarang. Gunakan 6 bulan ke depan untuk quiet pre-positioning, lalu eksekusi big-bang akhir Juni 2024 saat puncak kemarau berikutnya.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056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3675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Buang jargon kebijakan; bertumpu pada empati keseharian — outlier 25.536 interaksi tercipta dari celotehan kasual selebriti, bukan press conference.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0756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Hentikan PR massal. Beralih ke kolaborasi VIP eksklusif: kompas.tv, jaringan Tempo, kompas.com, cnnindonesia.com.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880360"/>
            <a:ext cx="502920" cy="5029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862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1729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Jadikan data hardware sebagai konten — rilis Jakarta Pollution Live Index, embed gratis di portal media partner.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977640"/>
            <a:ext cx="502920" cy="5029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959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42702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3-bulan pasca-launch: 25% Share of Voice di top-5 outlet, +40% brand mention growth, 500 device pre-orders.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Konteks: klien, pertanyaan, dan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420624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Hardware Startup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Jakarta yang membuat alat ukur PM2.5 / AQI portable.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teknis solid, namun awareness publik masih rendah.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Membutuhkan strategi PR yang tepat-momentum: kapan launch, lewat siapa, dan dengan narasi apa.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83080"/>
            <a:ext cx="73152" cy="4206240"/>
          </a:xfrm>
          <a:prstGeom prst="rect">
            <a:avLst/>
          </a:prstGeom>
          <a:solidFill>
            <a:srgbClr val="D14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65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1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INTI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wave still alive — or already gone?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9260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melihat ledakan pemberitaan polusi Jakarta di tahun 2023.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Pertanyaan: apakah momentum media masih relevan untuk dimanfaatkan, atau sudah lewat?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Konsekuensi: keputusan timing peluncuran kampanye awareness yang akan menentukan ROI marketing.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783080"/>
            <a:ext cx="32918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783080"/>
            <a:ext cx="73152" cy="4206240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965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0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4,113 News Articles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29260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Jan – Nov 2023 (11 bulan).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media monitoring export.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Kolom: Published, Headline, Website, Twitter Influencer Shares, Total Facebook, Total Interactions.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sesuai brief: LinkedIn = tracking error (drop), 11.7% artikel 0-interaksi.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kami membersihkan dan memperlakukan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Handling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timestamp di-parse ke Asia/Jakarta sebelum grouping. Mencegah off-by-one error di batas hari/bulan.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0574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Treatment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duplikat link &amp; 172 duplikat headline diperiksa manual. Yang nilainya identik di-drop; yang berbeda timestamp/interaksi → digabungkan.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Zero-Interaction Articles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artikel (11.7%) dengan 0 interaksi diperlakukan sebagai noise pemberitaan tanpa pickup sosial — tetap ada di volume count, dilabel terpisah saat menghitung engagement.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89720" y="1783080"/>
            <a:ext cx="2423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20574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104120" y="20756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Dropped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64040" y="2743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brief — tracking error. Tidak masuk perhitungan apa pun.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11064240" cy="1783080"/>
          </a:xfrm>
          <a:prstGeom prst="rect">
            <a:avLst/>
          </a:prstGeom>
          <a:solidFill>
            <a:srgbClr val="FCF9F4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06240"/>
            <a:ext cx="73152" cy="1783080"/>
          </a:xfrm>
          <a:prstGeom prst="rect">
            <a:avLst/>
          </a:prstGeom>
          <a:solidFill>
            <a:srgbClr val="D14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43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1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ANALISIS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663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11-bulan tunggal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tidak ada baseline tahun lain untuk membandingkan apakah pola Agustus 2023 unik atau berulang.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sentiment score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klasifikasi tone berbasis pembacaan headline manual.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data demografi audience per outlet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asumsi audience type berbasis pola distribusi FB vs Twitter Influencer Shares.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Volume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Trend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371600" cy="36576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Memetakan kapan gelombang itu memuncak,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besar, dan kapan ia memudar.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  ·  MONTHLY VOLUME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Agustus 2023: ledakan tunggal yang menelan setahun publikasi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pic>
        <p:nvPicPr>
          <p:cNvPr id="5" name="Image 0" descr="/sessions/funny-jolly-meitner/mnt/Maverick Indonesia/maverick-jakarta-air-pollution/outputs/charts/01_monthly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828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2104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seluruh artikel selama 11 bulan tercetak hanya di Agustus 2023.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32104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21.8×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32104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lipat dari rata-rata bulanan (~129 artikel) di 10 bulan lainnya.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21040" y="4389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32104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kontraksi volume dari Agustus (2.819) ke November (19) — wave sudah mati.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73328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Agustus mendominasi karena kombinasi krisis musiman (kemarau + El Niño) dan rentetan pemicu kontroversi politik — namun kurva pasca-Agustus menunjukkan bahwa atensi publik telah pindah ke topik lain.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Volume &amp; Trend  ·  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  ·  AUGUST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fase krisis dalam 30 hari — bukan satu peristiwa tunggal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pic>
        <p:nvPicPr>
          <p:cNvPr id="5" name="Image 0" descr="/sessions/funny-jolly-meitner/mnt/Maverick Indonesia/maverick-jakarta-air-pollution/outputs/charts/02_august_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92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029200"/>
            <a:ext cx="73152" cy="14173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6304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14–16 Agustus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5349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Viral Peak (205/hari)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56692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Jokowi batuk 4 minggu + KLHK menyebut polusi sebagai 'framing' → respons emosional &amp; protes warga di Balai Kota.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97680" y="50292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5029200"/>
            <a:ext cx="73152" cy="1417320"/>
          </a:xfrm>
          <a:prstGeom prst="rect">
            <a:avLst/>
          </a:prstGeom>
          <a:solidFill>
            <a:srgbClr val="D14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1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24–25 Agustus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26280" y="5349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Controversy (206/hari)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56692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semprot water cannon — dikritik IDI sebagai langkah tidak efektif. KLHK alihkan fokus ke industri.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01000" y="50292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01000" y="5029200"/>
            <a:ext cx="73152" cy="1417320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91540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28–31 Agustus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5349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Intervention (223/hari)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0" y="56692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Klimaks politis: Jokowi resmi tunjuk Luhut. Narasi bergeser dari kepanikan ke 'krisis prioritas nasional'.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Volume &amp; Trend  ·  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  ·  THE TRIGGER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sebenarnya memicu ledakan Agustus?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pic>
        <p:nvPicPr>
          <p:cNvPr id="5" name="Image 0" descr="/sessions/funny-jolly-meitner/mnt/Maverick Indonesia/maverick-jakarta-air-pollution/outputs/charts/03_word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9436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120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 — Headlines 11–16 Agustus 2023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7665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DOMINAN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766560" y="2148840"/>
            <a:ext cx="1554480" cy="365760"/>
          </a:xfrm>
          <a:prstGeom prst="rect">
            <a:avLst/>
          </a:prstGeom>
          <a:solidFill>
            <a:srgbClr val="D14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health-impact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58200" y="21945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Jokowi batuk 4 minggu, anak Sandra Dewi sakit, ancaman ISPA pada anak.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2880360"/>
            <a:ext cx="15544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58200" y="2926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kontroversial KLHK ('framing'), saling sindir tokoh politik.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3611880"/>
            <a:ext cx="1554480" cy="365760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wfh-policy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458200" y="36576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Wacana awal kebijakan WFH bagi ASN.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4343400"/>
            <a:ext cx="1554480" cy="36576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45820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Perdebatan: kendaraan vs PLTU &amp; industri — siapa 'kambing hitam'?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66560" y="5212080"/>
            <a:ext cx="48463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5303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7B30"/>
                </a:solidFill>
              </a:rPr>
              <a:t>Punchline: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Polusi meledak bukan karena angka kualitas udara — melainkan karena </a:t>
            </a:r>
            <a:pPr indent="0" marL="0">
              <a:buNone/>
            </a:pPr>
            <a:r>
              <a:rPr lang="en-US" sz="1000" b="1" dirty="0">
                <a:solidFill>
                  <a:srgbClr val="F8B370"/>
                </a:solidFill>
              </a:rPr>
              <a:t>empati personal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atas masalah kesehatan publik sehari-hari.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Volume &amp; Trend  ·  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1.4  ·  THE SEPTEMBER PIVOT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Audiens lelah blame-game politik, beralih ke survival &amp; solusi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solidFill>
            <a:srgbClr val="D14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AGUSTUS 2023 (BEFORE)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politik &amp; krisis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+ Health Panic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Jokowi tunjuk Luhut menangani polusi (2.856 interaksi)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Anies kritisi subsidi mobil listrik (4.214 interaksi)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KLHK 'framing' &amp; water cannon controversy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 WFH wacana reaktif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4864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783080"/>
            <a:ext cx="5486400" cy="457200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2023 (AFTER)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survival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+ Fatal Health Threat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 Dayanti @ Synchronize Festival (25.536 interaksi — outlier #1)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Polusi memperpendek usia Jakartans 4,3 tahun (studi ilmiah)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Korban nyawa &amp; kondisi paru-paru anak-anak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praktis: air purifier, masker N95, gaya hidup bersih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attention shifted: from political theater → personal survival. Inilah window narasi yang harus ditangkap.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Volume &amp; Trend  ·  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Source Analysis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371600" cy="36576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mengukur seberapa banyak yang ditulis.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mengungkap apa yang benar-benar audiens respons.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2.1  ·  ENGAGEMENT 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ekstrem — 0.3% artikel memonopoli viralitas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pic>
        <p:nvPicPr>
          <p:cNvPr id="5" name="Image 0" descr="/sessions/funny-jolly-meitner/mnt/Maverick Indonesia/maverick-jakarta-air-pollution/outputs/charts/04_engagement_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1323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783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0" y="1783080"/>
            <a:ext cx="73152" cy="1280160"/>
          </a:xfrm>
          <a:prstGeom prst="rect">
            <a:avLst/>
          </a:prstGeom>
          <a:solidFill>
            <a:srgbClr val="D14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8388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1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get ≤10 interactions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8388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'0' + '1–10' = 2.583 dari 4.113. Mayoritas absolut nyaris tanpa respons audiens.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55280" y="31546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55280" y="3154680"/>
            <a:ext cx="73152" cy="128016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18388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capture viral mass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8388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11 artikel menembus &gt;1.000 interaksi. Tier elit yang mengontrol percakapan publik.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955280" y="45262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4526280"/>
            <a:ext cx="73152" cy="1280160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4663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183880" y="5166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spray-and-pray PR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183880" y="5440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 press release ke 100+ portal = membuang budget. Fokus 100% sumber daya pada 10–20 top tier publishers yang terbukti memicu interaksi massa.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Engagement &amp; Source  ·  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2.2  ·  THE OUTLIER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25.536 interaksi dari satu komentar kasual selebriti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029200" cy="73152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25,536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interactions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4114800" cy="0"/>
          </a:xfrm>
          <a:prstGeom prst="line">
            <a:avLst/>
          </a:prstGeom>
          <a:noFill/>
          <a:ln w="12700">
            <a:solidFill>
              <a:srgbClr val="EE7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26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B370"/>
                </a:solidFill>
              </a:rPr>
              <a:t>6×</a:t>
            </a:r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</a:rPr>
              <a:t>  lebih besar dari artikel #2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(Anies — politik mobil listrik · 4.214 interaksi)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60720" y="1783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 Dayanti Singgung Polusi Udara Jakarta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Manggung di Synchronize Hari Pertama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2697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kompas.com  ·  1 September 2023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3108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INI MELEDAK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3520440"/>
            <a:ext cx="164592" cy="164592"/>
          </a:xfrm>
          <a:prstGeom prst="ellipse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4655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Identitas pelaku.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Selebriti relevan, bukan pejabat — relatable &amp; approachable.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4069080"/>
            <a:ext cx="164592" cy="164592"/>
          </a:xfrm>
          <a:prstGeom prst="ellipse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401421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Konteks moment.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Festival musik raksasa Synchronize → audiens emosional, tinggi engagement.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4617720"/>
            <a:ext cx="164592" cy="164592"/>
          </a:xfrm>
          <a:prstGeom prst="ellipse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45628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Channel.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100% interaksi dari Facebook → audiens massa akar rumput, bukan elite.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5166360"/>
            <a:ext cx="164592" cy="164592"/>
          </a:xfrm>
          <a:prstGeom prst="ellipse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5111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Format pesan.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'Singgung' = komentar kasual, bukan press conference yang kaku.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audiences respond to human moments, not policy statements.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Engagement &amp; Source  ·  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2.3  ·  TWO PLATFORMS, TWO AUDIENCES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Polarisasi audiens — outlet harus diperlakukan berbeda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pic>
        <p:nvPicPr>
          <p:cNvPr id="5" name="Image 0" descr="/sessions/funny-jolly-meitner/mnt/Maverick Indonesia/maverick-jakarta-air-pollution/outputs/charts/05_platform_sk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78040" y="1783080"/>
            <a:ext cx="4434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78040" y="1783080"/>
            <a:ext cx="73152" cy="2194560"/>
          </a:xfrm>
          <a:prstGeom prst="rect">
            <a:avLst/>
          </a:prstGeom>
          <a:solidFill>
            <a:srgbClr val="1DA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TWITTER-SKEWED  ·  Elite &amp; Analitis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066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metro.tempo.co  ·  tekno.tempo.co  ·  gelora.co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0664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 nyaris 100% dari Twitter influencer (1K+ followers). Audience: jurnalis, pembuat kebijakan, aktivis.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06640" y="3337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Use for:  </a:t>
            </a:r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credibility, policy pressure, B2B trust signals.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78040" y="4160520"/>
            <a:ext cx="4434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78040" y="4160520"/>
            <a:ext cx="73152" cy="2194560"/>
          </a:xfrm>
          <a:prstGeom prst="rect">
            <a:avLst/>
          </a:prstGeom>
          <a:solidFill>
            <a:srgbClr val="4267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26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FACEBOOK-SKEWED  ·  Regional &amp; Massa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06640" y="4572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bantennews.co.id  ·  prsoloraya.pikiran-rakyat.com  ·  briliobeauty.net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06640" y="5166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lokal/regional dan lifestyle — 100% interaksi dari Facebook. Audience: konsumen umum, akar rumput.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06640" y="5852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Use for:  </a:t>
            </a:r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mass awareness, human-interest virality, product trial sign-ups.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Engagement &amp; Source  ·  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2.4  ·  SOURCE 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≠ Engagement — satu outlet menguasai keduanya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02920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VOLUME (publish terbanyak)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liputan6.com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16.9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cnnindonesia.com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306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56.5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idntimes.com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183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15.6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029200" cy="457200"/>
          </a:xfrm>
          <a:prstGeom prst="rect">
            <a:avLst/>
          </a:prstGeom>
          <a:solidFill>
            <a:srgbClr val="F8B3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</a:rPr>
              <a:t>kompas.tv ★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3840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164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97.8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health.detik.com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74720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156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15.4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articles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8912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avg eng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0" y="1783080"/>
            <a:ext cx="5029200" cy="45720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AVG ENGAGEMENT (≥20 articles)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kompas.com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0976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66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399.3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suarasurabaya.net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50976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42416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104.1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3337560"/>
            <a:ext cx="5029200" cy="457200"/>
          </a:xfrm>
          <a:prstGeom prst="rect">
            <a:avLst/>
          </a:prstGeom>
          <a:solidFill>
            <a:srgbClr val="F8B3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</a:rPr>
              <a:t>kompas.tv ★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50976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164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42416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97.8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cnnindonesia.com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509760" y="3840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306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42416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56.5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75120" y="4343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3232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</a:rPr>
              <a:t>metro.tempo.co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509760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42416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53.0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50976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articles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42416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avg eng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5212080"/>
            <a:ext cx="73152" cy="114300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THE SWEET SPOT  ·  kompas.tv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77240" y="5715000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outlet yang masuk Top-5 di KEDUA daftar — peringkat #4 by volume (164 artikel) dan #3 by engagement (avg 97.8). Konsisten produktif sekaligus konsisten beresonansi. Klien wajib menjadikannya Tier-1 VIP partner.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Engagement &amp; Source  ·  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371600" cy="36576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data ke keputusan: kapan launch, pesan apa,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 siapa, dan bagaimana mengukur sukses.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3.1  ·  TIMING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strategy — pre-position now, launch loud at next dry-season trigger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solidFill>
            <a:srgbClr val="D14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01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A — LAUNCH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tinggi, ROI rendah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memori publik masih segar; inventory media murah.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Kontra: kurva engagement sudah collapse (716 → 142 → 19); tidak ada amplifier alami; budget terbakar tanpa wave.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783080"/>
            <a:ext cx="365760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01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B — WAIT PASIF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01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bulan dormansi — terlalu mahal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menunggu pola musim kemarau berikutnya yang predictable.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Kontra: 6 bulan diam = momentum tim hilang; kompetitor (Nafas, IQAir) bisa pre-empt; tidak ada relationship building.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21040" y="178308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783080"/>
            <a:ext cx="3657600" cy="457200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1801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C — HYBRID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1801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RECOMMENDED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496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Pre-position + Launch loud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49640" y="2971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2023 – Q1 2024: bangun relasi jurnalis, dataset historis device, press kit.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2024: seeding via IQAir Annual Report.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Jun 2024: big-bang launch saat puncak kemarau berikutnya.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kemarau Juni–Sept 2024 adalah trigger yang paling probabilistik — pola musiman Indonesia + siklus El Niño.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Recommendation  ·  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3.2  ·  NARRATIVE ANGLE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Lifestyle-Solutions dengan health undertone — buang jargon kebijakan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4572000" cy="420624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4572000" cy="73152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Lifestyle-Solutions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8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health undertone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4114800" cy="0"/>
          </a:xfrm>
          <a:prstGeom prst="line">
            <a:avLst/>
          </a:prstGeom>
          <a:noFill/>
          <a:ln w="12700">
            <a:solidFill>
              <a:srgbClr val="EE7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776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konsumen kelas menengah Jakarta yang merasa polusi sebagai ancaman personal — bukan elit kebijakan.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political angle, regulatory advocacy, blame-game commentary.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2194560"/>
            <a:ext cx="4572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148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Kris Dayanti (25.536 interaksi)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4688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Lifestyle/celebrity moment menang 6× lipat dari artikel kebijakan tertinggi (Anies = 4.214).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3200400"/>
            <a:ext cx="4572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3154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11 articles (&gt;1.000 interaksi) — tier elite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474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murni politik. Mix: human-impact, celebrity, viral moments. Policy alone tidak cukup memicu virality.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4206240"/>
            <a:ext cx="4572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4160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artikel di tier 1–10 (noise massa)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44805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policy reporting standar. Kampanye lifestyle akan memotong noise lebih efektif.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5212080"/>
            <a:ext cx="4572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5166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pivot ke lifestyle/survival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54864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Pasca-Agustus, top headline bergeser dari 'Luhut tunjuk ASN WFH' → 'polusi perpendek usia 4,3 tahun' &amp; Kris Dayanti.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Recommendation  ·  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3.3  ·  MEDIA TARGETS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outlet prioritas — masing-masing dengan peran berbeda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 ·  THE SWEET SPOT  ·  ★ MUST-HAVE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kompas.tv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Audience  ·  164 artikel  ·  avg 97.8 engagement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outlet — satu-satunya yang masuk Top-5 baik volume maupun engagement. ROI tertinggi: jangkauan tayang tinggi + kualitas interaksi terjaga. Ideal untuk Live Index widget &amp; feature stories.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486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783080"/>
            <a:ext cx="54864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 ·  MASS AWARENESS  ·  FB-SKEWED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kompas.com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Audience  ·  66 artikel  ·  avg 399.3 engagement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#1 di seluruh dataset — tempat outlier Kris Dayanti meledak. Channel utama untuk seeding human-interest stories di Facebook akar rumput.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486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60520"/>
            <a:ext cx="54864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 ·  CREDIBILITY  ·  TW-SKEWED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663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cnnindonesia.com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Audience  ·  306 artikel  ·  avg 56.5 engagement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440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tinggi + engagement solid. Audience jurnalis dan aktivis Twitter — sempurna untuk thought-leadership pieces dan distribusi data report kualitas udara.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4160520"/>
            <a:ext cx="5486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4160520"/>
            <a:ext cx="54864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TIER-3  ·  POLICY PRESSURE  ·  TW-SKEWED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4663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Network (metro/tekno/data)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5508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Audience  ·  60+ artikel  ·  avg 50–100 engagement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5440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opini terbesar di Twitter elit. Cocok untuk advokasi kebijakan &amp; framing publik bila kampanye butuh leverage struktural.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Recommendation  ·  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3.4  ·  DATA AS CONTENT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Pollution Live Index — buat jurnalis datang ke kita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029200" cy="73152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Pollution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Index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3794760"/>
            <a:ext cx="4114800" cy="0"/>
          </a:xfrm>
          <a:prstGeom prst="line">
            <a:avLst/>
          </a:prstGeom>
          <a:noFill/>
          <a:ln w="12700">
            <a:solidFill>
              <a:srgbClr val="EE7B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9319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data hyper-local yang diagregasi real-time dari sensor device pengguna klien — disindikasi seperti laporan BMKG.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"Powered by [Klien]" sebagai data authority independen.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194560"/>
            <a:ext cx="502920" cy="502920"/>
          </a:xfrm>
          <a:prstGeom prst="ellipse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Data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48716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Engineering bangun dasbor publik (website widget) menampilkan data AQI/PM2.5 hyper-local berbasis sensor komunitas pengguna.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3657600"/>
            <a:ext cx="502920" cy="502920"/>
          </a:xfrm>
          <a:prstGeom prst="ellipse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Partnership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9502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agar widget ditanam permanen di halaman depan portal partner (kompas.tv, cnnindonesia.com) dengan label "Powered by [Klien]".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2160" y="5120640"/>
            <a:ext cx="502920" cy="502920"/>
          </a:xfrm>
          <a:prstGeom prst="ellipse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Press Alerts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41324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email otomatis mengirim Early Warning ke jurnalis partner saat indeks menyentuh zona fatal — mereka proaktif minta wawancara dari ahli klien.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Recommendation  ·  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3.5  ·  AMEC IEF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Pengukuran sukses: Outputs → Outtakes →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kita produksi?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Live Index API Widget (kolaborasi media partner)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sesi Pollution Diary (KOL collab, durasi 7 hari)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Media Exclusive Briefing (jurnalis elit Q1–Q2)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Annual Air Citizen Report (dry season trigger)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press releases bertahap selama 6 bulan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57600" cy="64008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OUTTAKES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berubah di benak audience?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25146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9748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recall sebagai "pelindung pernafasan warga"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Asosiasi brand dengan personal air data layer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Jurnalis menjadikan brand sebagai referensi data polusi independen (data authority)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 menengah Jakarta mengenali fitur device sebagai everyday tool, bukan gadget niche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474720" cy="640080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berubah di dunia nyata? (3-bulan pasca-launch)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2514600"/>
            <a:ext cx="34747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697480"/>
            <a:ext cx="30175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 25% di top-5 target outlet (Q3 2024)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 growth +40% YoY per Agustus 2024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500+ unit device pre-order / trial sign-up dari traffic earned media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Recommendation  ·  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hari ini ke launch-day Juni 2024 — 6 bulan persiapan, 3 bulan eksekusi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" cy="777240"/>
          </a:xfrm>
          <a:prstGeom prst="rect">
            <a:avLst/>
          </a:prstGeom>
          <a:solidFill>
            <a:srgbClr val="EE7B30"/>
          </a:solidFill>
          <a:ln w="12700">
            <a:solidFill>
              <a:srgbClr val="EE7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0"/>
            <a:ext cx="1069848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9928" y="3575304"/>
            <a:ext cx="274320" cy="274320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2023 – Q1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3774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237744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relasi jurnalis kompas.tv &amp; Tempo. Audit dataset device historis. Draft press kit &amp; data API.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0" y="3520440"/>
            <a:ext cx="0" cy="137160"/>
          </a:xfrm>
          <a:prstGeom prst="line">
            <a:avLst/>
          </a:prstGeom>
          <a:noFill/>
          <a:ln w="9525">
            <a:solidFill>
              <a:srgbClr val="E5E1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453128" y="3575304"/>
            <a:ext cx="274320" cy="274320"/>
          </a:xfrm>
          <a:prstGeom prst="ellipse">
            <a:avLst/>
          </a:prstGeom>
          <a:solidFill>
            <a:srgbClr val="4A8B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 2024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4297680"/>
            <a:ext cx="23774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4297680"/>
            <a:ext cx="2377440" cy="73152"/>
          </a:xfrm>
          <a:prstGeom prst="rect">
            <a:avLst/>
          </a:prstGeom>
          <a:solidFill>
            <a:srgbClr val="4A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Trigger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IQAir Annual Report sebagai mini-trigger. Soft-launch Live Index widget dengan 1 outlet.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721608"/>
            <a:ext cx="0" cy="576072"/>
          </a:xfrm>
          <a:prstGeom prst="line">
            <a:avLst/>
          </a:prstGeom>
          <a:noFill/>
          <a:ln w="9525">
            <a:solidFill>
              <a:srgbClr val="E5E1D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196328" y="3575304"/>
            <a:ext cx="274320" cy="274320"/>
          </a:xfrm>
          <a:prstGeom prst="ellipse">
            <a:avLst/>
          </a:prstGeom>
          <a:solidFill>
            <a:srgbClr val="EE7B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828800"/>
            <a:ext cx="23774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828800"/>
            <a:ext cx="2377440" cy="73152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Launch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 kemarau berikutnya — full activation: Live Index public, Pollution Diary KOL, 10 media briefing.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3520440"/>
            <a:ext cx="0" cy="137160"/>
          </a:xfrm>
          <a:prstGeom prst="line">
            <a:avLst/>
          </a:prstGeom>
          <a:noFill/>
          <a:ln w="9525">
            <a:solidFill>
              <a:srgbClr val="E5E1D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939528" y="3575304"/>
            <a:ext cx="274320" cy="274320"/>
          </a:xfrm>
          <a:prstGeom prst="ellipse">
            <a:avLst/>
          </a:prstGeom>
          <a:solidFill>
            <a:srgbClr val="1A2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69680" y="4297680"/>
            <a:ext cx="23774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0" y="4297680"/>
            <a:ext cx="237744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Iterate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Pengukuran KPI 3-bulan: 25% SoV, +40% brand mention, 500 device sign-ups. Iterate untuk kemarau 2025.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058400" y="3721608"/>
            <a:ext cx="0" cy="576072"/>
          </a:xfrm>
          <a:prstGeom prst="line">
            <a:avLst/>
          </a:prstGeom>
          <a:noFill/>
          <a:ln w="9525">
            <a:solidFill>
              <a:srgbClr val="E5E1D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Air Pollution · Maverick Data Analyst Case Study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questions,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and disagreements.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4389120"/>
            <a:ext cx="1371600" cy="36576"/>
          </a:xfrm>
          <a:prstGeom prst="rect">
            <a:avLst/>
          </a:prstGeom>
          <a:solidFill>
            <a:srgbClr val="EE7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has a story. I committed to one.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this convinces you it's the right one."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43600"/>
            <a:ext cx="10515600" cy="36576"/>
          </a:xfrm>
          <a:prstGeom prst="rect">
            <a:avLst/>
          </a:prstGeom>
          <a:solidFill>
            <a:srgbClr val="E5E1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Novindra Prasetio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    ·    novindrap@gmail.com    ·    GitHub: maverick-jakarta-air-pollution    ·    May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Maverick Indonesia · Data Analyst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Jakarta Air Pollution — Media Intelligence</dc:title>
  <dc:subject>PptxGenJS Presentation</dc:subject>
  <dc:creator>Novindra Prasetio</dc:creator>
  <cp:lastModifiedBy>Novindra Prasetio</cp:lastModifiedBy>
  <cp:revision>1</cp:revision>
  <dcterms:created xsi:type="dcterms:W3CDTF">2026-05-02T16:11:15Z</dcterms:created>
  <dcterms:modified xsi:type="dcterms:W3CDTF">2026-05-02T16:11:15Z</dcterms:modified>
</cp:coreProperties>
</file>